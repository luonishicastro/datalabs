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7BCCC-60E2-7BDC-21C0-6BFE4208A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A88D92-1C21-260E-2BAA-A7EEFECE1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3B7906-EF01-66C7-0613-8CC14F21E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5-DF64-43D7-8FEF-7896F370C213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C2391F-FD11-3C1D-C139-1C809FAA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CFF1AE-632D-2CFE-D2B1-75ECB10D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75B97-A10D-4178-9D26-303FB14B14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510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AE6E4-0224-1902-0250-CCE49B8FB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67A856-D3BA-1D68-D17B-C1E6836DC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A4D197-3EE8-90F1-4ED4-574DBAC7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5-DF64-43D7-8FEF-7896F370C213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9F907D-723D-C1ED-2C35-E09B94D2F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A7F181-182E-935B-33A6-673320F4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75B97-A10D-4178-9D26-303FB14B14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804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DB3A7-A2C1-5AB9-9CF7-175E9A24E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3CC3C6-C8D8-28B4-BB7A-2D1A525D2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F68763-D782-F133-BBDF-9BDCB29D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5-DF64-43D7-8FEF-7896F370C213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324CC5-33DE-030E-9D72-24ADA06F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2C8E56-90C8-1FB3-C723-C64E6381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75B97-A10D-4178-9D26-303FB14B14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25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DAF8B-BA4C-07A7-F615-5B4BD301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41B2E4-5CE3-E3C1-627F-8508472B5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2C503C-C4CA-1379-0E0A-6F5E2DAC1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1B5081-D625-DE45-4898-352257561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5-DF64-43D7-8FEF-7896F370C213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D84643-D727-B823-60E3-1F4771BC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83CB89-46EB-B1A1-C04D-09631EB7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75B97-A10D-4178-9D26-303FB14B14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344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907C8-A147-EFF0-36B7-23C425A77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9279ED-A062-A51D-7CFD-C5F702392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2B3EF3-9031-64AD-FA34-CD839CBBD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6009DF3-9446-4CD8-3BB0-13508D036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F483DD-700C-273A-8B54-BF3C5F306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A33339A-D0CB-D7C5-CD2E-C123D54E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5-DF64-43D7-8FEF-7896F370C213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2427B1-0737-6345-E4EF-50AB4A055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9A2CD28-4BC9-ACC0-8F98-817C0BEA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75B97-A10D-4178-9D26-303FB14B14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18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D7616-51C4-091E-E673-8C7B2D2E3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64C65CC-73CC-A68F-EB4E-E32E3D54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5-DF64-43D7-8FEF-7896F370C213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4EF24C3-820F-701D-99EA-4DD1C2D3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825398-9D00-FD31-7689-4FCFDDCDA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75B97-A10D-4178-9D26-303FB14B14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147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7BFDA56-BFCA-C8B8-DE23-B3CAC1F5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5-DF64-43D7-8FEF-7896F370C213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DB39D0A-6AF0-3C35-15A1-06AB4EB44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B9EE5B-F1CB-7DCA-5EFA-8883610DC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75B97-A10D-4178-9D26-303FB14B14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418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90D96-6D6F-E755-3801-6996B591B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E06E77-5E78-CDCC-DFB9-54A764236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998391-C95C-123E-032A-96198B245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8B10A4-1822-15B4-71E9-7AD5F663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5-DF64-43D7-8FEF-7896F370C213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12A67D-8716-CBF7-45E6-4E51C1472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68A3CB-197D-56F4-51D3-AE1B968C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75B97-A10D-4178-9D26-303FB14B14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214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24367-90BF-98DE-9B14-DC65AC866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F83AF9E-83C8-0692-19A4-AF5C1F5C99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2AA89B-CCE1-52C2-124F-AFAC0AB3D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E6BE31-A6E7-7BF7-B8EA-9B8BC7CAE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5-DF64-43D7-8FEF-7896F370C213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7083E0-BF1E-5D08-1F6A-93B7C8E18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B10332-B2D0-3F49-BB76-5B7E9663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75B97-A10D-4178-9D26-303FB14B14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47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CB50B8-C26A-FE7D-946F-F18DA61A0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5D15CD-DF68-75C8-A911-254AFFE4E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1F6CB8-03F8-A14C-4A8F-92B333A2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5-DF64-43D7-8FEF-7896F370C213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41CE02-8576-A32B-2E42-561DAC987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BF67D9-4332-4BD6-B47B-20B27285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75B97-A10D-4178-9D26-303FB14B14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724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CE08AA-8042-F72D-AC1E-1BF681B09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77617F-CE94-D04A-D83F-8ABC4A90C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750D95-D87F-E312-442F-A1D159EF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51C5-DF64-43D7-8FEF-7896F370C213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D1BACA-E64D-11DD-CD66-C8F2C5187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B5B72B-61D1-3034-4E30-8B3E05A7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75B97-A10D-4178-9D26-303FB14B14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AF0FF93-80CE-A0FB-C71E-A4BFA8B79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D78D6C-5B16-CE38-1F07-74F546F05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2E56CD-8423-31CB-9B08-2B51F97E8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751C5-DF64-43D7-8FEF-7896F370C213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DD0F78-D142-473F-5EAD-3D2A35890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A8D97-5213-89C2-FD23-93A3A3A33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75B97-A10D-4178-9D26-303FB14B149E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26BC41-D126-32F9-305F-E7A4739141E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33540"/>
            <a:ext cx="7535863" cy="609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4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documento contém informação RESTRITA. Seu conteúdo é restrito às partes interessadas e previamente autorizadas dentro do contexto e do processo que estão sendo compartilhadas e utilizadas. Em caso de modificação do conteúdo ou compartilhamento fora do contexto original a classificação da informação quanto a sua sensibilidade deve ser reavaliada.</a:t>
            </a:r>
          </a:p>
        </p:txBody>
      </p:sp>
    </p:spTree>
    <p:extLst>
      <p:ext uri="{BB962C8B-B14F-4D97-AF65-F5344CB8AC3E}">
        <p14:creationId xmlns:p14="http://schemas.microsoft.com/office/powerpoint/2010/main" val="87480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BFB552B-00B3-B624-AF60-5CAA1A490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99" y="1168284"/>
            <a:ext cx="10713001" cy="45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78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20631A0-4DD1-FD0F-BBB6-01F1782FB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49" y="815840"/>
            <a:ext cx="10725701" cy="522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471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677AB-67D4-430E-3A4F-BB8400F63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A2E1D6A-4A9B-D5BC-5C22-1538782F3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82" y="1025401"/>
            <a:ext cx="10427236" cy="48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8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8F1D4-34D8-5501-C4DA-31F6C0F4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7567C5B-5C0B-069A-B970-ED85EA90E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58" y="828541"/>
            <a:ext cx="10370083" cy="520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9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86B8-206B-2B1A-45FF-DDFDB7239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28699CE-4E99-0AB6-D298-FF4A90E95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14" y="1333392"/>
            <a:ext cx="10154172" cy="41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5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651D3-9E0E-7150-0877-AF71CC58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40A7BA7-4D79-685D-1822-BE9652317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417" y="1711236"/>
            <a:ext cx="10027165" cy="343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5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B33C5-F2B8-0B72-F9A9-542C88CDE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4462563-6A4D-CCA4-2224-6B59871AC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92" y="958723"/>
            <a:ext cx="10992415" cy="494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17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7E6BF-E3DF-D9FE-F741-53ACF758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ED9423E-CD98-1E8C-DEB4-BB3A54950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15" y="1330217"/>
            <a:ext cx="10103369" cy="419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86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FF1AD-09B1-63CB-9812-2598F146F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3B5ADEC-EE35-19A4-E8D0-35B5187E3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162" y="1482625"/>
            <a:ext cx="10217675" cy="389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42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2ACD-AB9F-1F85-67BB-92337ABEE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4AAF64-0FBC-F5DB-9FB9-DB121A789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24" y="790439"/>
            <a:ext cx="10744752" cy="527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51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E8D0D-90C5-3CC2-1E0A-267599C41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CFD0BBC-F2CC-C929-FC13-BB42CB0E5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86" y="1034927"/>
            <a:ext cx="10249427" cy="478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39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63E6C-7F41-C496-15AF-8830EF5C7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FCB184-841A-4574-ABD3-C93370342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23" y="847592"/>
            <a:ext cx="10770154" cy="51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50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Beraldo Onishi de Castro</dc:creator>
  <cp:lastModifiedBy>Lucas Beraldo Onishi de Castro</cp:lastModifiedBy>
  <cp:revision>1</cp:revision>
  <dcterms:created xsi:type="dcterms:W3CDTF">2025-10-14T17:32:08Z</dcterms:created>
  <dcterms:modified xsi:type="dcterms:W3CDTF">2025-10-14T17:46:49Z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fc7edfa-894f-46fb-b0ad-fe3d986790f4_Enabled">
    <vt:lpwstr>true</vt:lpwstr>
  </property>
  <property fmtid="{D5CDD505-2E9C-101B-9397-08002B2CF9AE}" pid="3" name="MSIP_Label_cfc7edfa-894f-46fb-b0ad-fe3d986790f4_SetDate">
    <vt:lpwstr>2025-10-14T17:46:37Z</vt:lpwstr>
  </property>
  <property fmtid="{D5CDD505-2E9C-101B-9397-08002B2CF9AE}" pid="4" name="MSIP_Label_cfc7edfa-894f-46fb-b0ad-fe3d986790f4_Method">
    <vt:lpwstr>Standard</vt:lpwstr>
  </property>
  <property fmtid="{D5CDD505-2E9C-101B-9397-08002B2CF9AE}" pid="5" name="MSIP_Label_cfc7edfa-894f-46fb-b0ad-fe3d986790f4_Name">
    <vt:lpwstr>Restrita</vt:lpwstr>
  </property>
  <property fmtid="{D5CDD505-2E9C-101B-9397-08002B2CF9AE}" pid="6" name="MSIP_Label_cfc7edfa-894f-46fb-b0ad-fe3d986790f4_SiteId">
    <vt:lpwstr>c59a418c-42ad-4c4f-a457-51b421eaab72</vt:lpwstr>
  </property>
  <property fmtid="{D5CDD505-2E9C-101B-9397-08002B2CF9AE}" pid="7" name="MSIP_Label_cfc7edfa-894f-46fb-b0ad-fe3d986790f4_ActionId">
    <vt:lpwstr>c005e149-79bd-40fc-8355-79f16e3a2ac9</vt:lpwstr>
  </property>
  <property fmtid="{D5CDD505-2E9C-101B-9397-08002B2CF9AE}" pid="8" name="MSIP_Label_cfc7edfa-894f-46fb-b0ad-fe3d986790f4_ContentBits">
    <vt:lpwstr>2</vt:lpwstr>
  </property>
  <property fmtid="{D5CDD505-2E9C-101B-9397-08002B2CF9AE}" pid="9" name="MSIP_Label_cfc7edfa-894f-46fb-b0ad-fe3d986790f4_Tag">
    <vt:lpwstr>10, 3, 0, 1</vt:lpwstr>
  </property>
  <property fmtid="{D5CDD505-2E9C-101B-9397-08002B2CF9AE}" pid="10" name="ClassificationContentMarkingFooterLocations">
    <vt:lpwstr>Tema do Office:8</vt:lpwstr>
  </property>
  <property fmtid="{D5CDD505-2E9C-101B-9397-08002B2CF9AE}" pid="11" name="ClassificationContentMarkingFooterText">
    <vt:lpwstr>Este documento contém informação RESTRITA. Seu conteúdo é restrito às partes interessadas e previamente autorizadas dentro do contexto e do processo que estão sendo compartilhadas e utilizadas. Em caso de modificação do conteúdo ou compartilhamento fora do contexto original a classificação da informação quanto a sua sensibilidade deve ser reavaliada.</vt:lpwstr>
  </property>
</Properties>
</file>